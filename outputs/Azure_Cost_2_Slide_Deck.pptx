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Trend &amp; Key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Trend Overview:</a:t>
            </a:r>
          </a:p>
          <a:p>
            <a:r>
              <a:rPr dirty="0"/>
              <a:t>• Stable monthly cost</a:t>
            </a:r>
            <a:r>
              <a:rPr lang="en-US" dirty="0"/>
              <a:t> after Feb,26</a:t>
            </a:r>
            <a:endParaRPr dirty="0"/>
          </a:p>
          <a:p>
            <a:r>
              <a:rPr dirty="0"/>
              <a:t>• Post-March: Fully optimized via RI/SP coverage</a:t>
            </a:r>
          </a:p>
          <a:p>
            <a:endParaRPr dirty="0"/>
          </a:p>
          <a:p>
            <a:r>
              <a:rPr dirty="0"/>
              <a:t>Trend Arrows:</a:t>
            </a:r>
          </a:p>
          <a:p>
            <a:r>
              <a:rPr dirty="0"/>
              <a:t>• VM Cost: ⬆ (V3 → V5 upgrade)</a:t>
            </a:r>
          </a:p>
          <a:p>
            <a:r>
              <a:rPr dirty="0"/>
              <a:t>• Storage: ⬆ (steady growth)</a:t>
            </a:r>
          </a:p>
          <a:p>
            <a:r>
              <a:rPr dirty="0"/>
              <a:t>• VM License: ⬇ (optimization benefits)</a:t>
            </a:r>
          </a:p>
          <a:p>
            <a:r>
              <a:rPr dirty="0"/>
              <a:t>• Virtual Network: ⬇</a:t>
            </a:r>
          </a:p>
          <a:p>
            <a:endParaRPr dirty="0"/>
          </a:p>
          <a:p>
            <a:r>
              <a:rPr dirty="0"/>
              <a:t>Key Insight:</a:t>
            </a:r>
          </a:p>
          <a:p>
            <a:r>
              <a:rPr dirty="0"/>
              <a:t>• Cost increase is structural due to higher SKU</a:t>
            </a:r>
          </a:p>
          <a:p>
            <a:r>
              <a:rPr dirty="0"/>
              <a:t>• No inefficiency; baseline cost shifted upward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Breakdown &amp; Optimization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Executive Takeaway:</a:t>
            </a:r>
          </a:p>
          <a:p>
            <a:r>
              <a:rPr dirty="0"/>
              <a:t>Environment is cost-optimized post RI/SP</a:t>
            </a:r>
          </a:p>
          <a:p>
            <a:r>
              <a:rPr dirty="0"/>
              <a:t>Future savings limited to storage &amp; governance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</Words>
  <Application>Microsoft Office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Cost Trend &amp; Key Drivers</vt:lpstr>
      <vt:lpstr>Cost Breakdown &amp; Optimization Actions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Chakraborty, Abhijit</cp:lastModifiedBy>
  <cp:revision>3</cp:revision>
  <dcterms:created xsi:type="dcterms:W3CDTF">2013-01-27T09:14:16Z</dcterms:created>
  <dcterms:modified xsi:type="dcterms:W3CDTF">2026-05-12T13:06:48Z</dcterms:modified>
  <cp:category/>
</cp:coreProperties>
</file>