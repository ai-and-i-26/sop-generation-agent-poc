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6973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2E23-7B7E-4B96-C4B8-659978C1B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38EFF-2B7A-1B0E-4916-C3C2AC588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61502-C0EA-FDC2-ECCC-041828DB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9E9AF-79C7-1551-6B57-9EAEC73A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FAB64-EE20-0A95-4712-52B0C79CD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8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B144-8B37-8EB5-3C53-83A0D3070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443B-DEA9-C017-59F9-7044232D6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519CE-AFBE-2F95-BFC1-CFBC45C7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53AC9-A8A6-C99C-0C95-1A5B74379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E5574-E235-DB97-5F69-46FA9A2A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28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2D59-CDA0-3F80-1366-F94FE64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7F103-2439-3850-C511-F4409AF07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9EF05-ED61-97BC-D150-BE60DB86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2D60A-2FAB-7707-B39B-A4403CE3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8EF66-492A-19E2-D645-E03769FB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7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186F-7EE7-1338-03E7-F0DFFF50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B92E9-9B02-286C-B7A2-5923ECC32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75D55-A996-205B-27FB-3E58D1513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DF029-2625-E922-CB49-E252BFC4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4BDF2-F3A4-5313-F13E-418C1FDB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880CB-3574-5F84-072B-D0E25302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0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F221-F875-B06E-60F4-2D1C1B676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8AB7E-2575-F4D4-4948-A4B583E7D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FCA69-81AD-6BAA-CA66-5CE5949D8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2CA5B-E51F-3F8E-6FC0-7B230A055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995DC4-2105-C63E-6D43-20A5BA285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3C246-9E2C-6CE3-DD6B-D14DDA2B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21E65-75CA-47ED-98BC-AFC497F5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D9613-D214-C862-B059-EB5D8461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2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445F-705E-B803-8DEE-E9AC2D8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77DC0-239D-3BEE-7225-427B5A0A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1171C-5C31-476B-BD23-4E86116B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3C1D1-F26D-41BB-BC01-F6393ABB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60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E5DC1E-1CB6-B742-11FF-02BC566D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5358D-5C25-4603-C0E5-801C9A30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AF073-529F-B862-12DB-DE32E4B7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1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D69D-6543-D0D3-4A2E-AFD1ADC9F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3B28-8BCD-E54D-DA74-9E0E7B016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69C28-1C80-D87B-F30C-BB316FE30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F250B-53C3-21F6-F622-B22B1A4B3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50EC1-AB7D-0AF3-EFFC-B5F4E46A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A95A6-79A9-CEC2-256D-304703B4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4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3664-0602-C4AD-7BFF-DF6CC7BC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A5E0E-1988-2891-19BB-DBCDFBCDC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76666-B773-5F99-FBCD-432A14AB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EC529-3205-6E6C-ADE6-FFF7FB90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4E41D-61A3-A8CC-5D3B-70701CE8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D4A08-0C12-A113-6525-117EA22F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3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FB18-E50B-E9E8-9690-2B100259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E218A-6F98-98D5-73BC-DD7899DD7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CFB3E-2DAD-93AE-9265-DF93D158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6B589-3D71-E53F-B30B-6271AC9B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A742E-6F3E-DC48-41E5-EF8E46711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1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5114C-B678-3D46-2257-1220B7628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33907-8275-9896-E645-02C072568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9D00-0982-6963-F18A-194305AD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061CA-6F5F-7D7B-D400-20D0D03A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7E276-5CD2-049B-CE4A-B141DCC0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71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3E3364-0DFB-79A0-7C28-B74BE24272C3}"/>
              </a:ext>
            </a:extLst>
          </p:cNvPr>
          <p:cNvSpPr/>
          <p:nvPr userDrawn="1"/>
        </p:nvSpPr>
        <p:spPr>
          <a:xfrm>
            <a:off x="-1" y="0"/>
            <a:ext cx="611840" cy="6858000"/>
          </a:xfrm>
          <a:prstGeom prst="rect">
            <a:avLst/>
          </a:prstGeom>
          <a:gradFill>
            <a:gsLst>
              <a:gs pos="0">
                <a:srgbClr val="1B449D"/>
              </a:gs>
              <a:gs pos="99000">
                <a:srgbClr val="000D4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F5069-67B1-FE08-2FD1-542E768B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84920" y="6460342"/>
            <a:ext cx="1477382" cy="365125"/>
          </a:xfrm>
        </p:spPr>
        <p:txBody>
          <a:bodyPr/>
          <a:lstStyle/>
          <a:p>
            <a:fld id="{821E7170-ED55-4A27-BDE6-1D2DA3A2F669}" type="datetime1">
              <a:rPr lang="en-US" smtClean="0"/>
              <a:t>5/11/2026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7F258-56E8-B818-B0C6-0B4D4DE7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1539" y="6460342"/>
            <a:ext cx="668626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C026C-51B3-3196-AAE0-B0B4A256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6EAD-4E3F-46ED-8EC3-C69A6F7A89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6615B2C-4897-5385-B495-38E308CE71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540" y="914400"/>
            <a:ext cx="11010002" cy="39668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insert title</a:t>
            </a:r>
            <a:endParaRPr lang="en-GB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A2D8734A-C7B4-53DB-67FC-432E59229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1539" y="2047875"/>
            <a:ext cx="11010003" cy="41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C8614E0-964C-D45F-3846-A64095AF9D8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1540" y="1355726"/>
            <a:ext cx="11010002" cy="313701"/>
          </a:xfrm>
        </p:spPr>
        <p:txBody>
          <a:bodyPr/>
          <a:lstStyle>
            <a:lvl1pPr>
              <a:defRPr sz="1600" b="1" cap="none" baseline="0">
                <a:solidFill>
                  <a:schemeClr val="tx2"/>
                </a:solidFill>
              </a:defRPr>
            </a:lvl1pPr>
            <a:lvl2pPr>
              <a:defRPr sz="1600" b="1" cap="none" baseline="0">
                <a:solidFill>
                  <a:schemeClr val="tx2"/>
                </a:solidFill>
              </a:defRPr>
            </a:lvl2pPr>
            <a:lvl3pPr>
              <a:defRPr sz="1400" b="1" cap="none" baseline="0">
                <a:solidFill>
                  <a:schemeClr val="tx2"/>
                </a:solidFill>
              </a:defRPr>
            </a:lvl3pPr>
            <a:lvl4pPr>
              <a:defRPr sz="1200" b="1" cap="none" baseline="0">
                <a:solidFill>
                  <a:schemeClr val="tx2"/>
                </a:solidFill>
              </a:defRPr>
            </a:lvl4pPr>
            <a:lvl5pPr>
              <a:defRPr sz="1100" b="1" cap="none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insert 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52A7B-1144-1C39-23FD-E83D2336CB4E}"/>
              </a:ext>
            </a:extLst>
          </p:cNvPr>
          <p:cNvSpPr txBox="1"/>
          <p:nvPr userDrawn="1"/>
        </p:nvSpPr>
        <p:spPr>
          <a:xfrm>
            <a:off x="3880624" y="160577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200" spc="-2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23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E0432-F721-7A66-F7F1-56970229D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77819-7E5A-E5ED-8F7A-ED97727FB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66548-2FD9-E557-4195-DF4D85A17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5669F-6655-4188-A46D-4A65B214CCA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48515-A626-2F6D-74A8-E44DA7AA4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E03CD-158C-84EC-385B-A6350EA1C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D1530-9DE8-4AB6-8D8B-684C1DE3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1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D0E1-06C6-3751-A83B-6EC1AA93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1941-8B3B-B21F-803D-C04F416C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396" y="1746504"/>
            <a:ext cx="11010002" cy="43891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3100" dirty="0"/>
            </a:br>
            <a:br>
              <a:rPr lang="en-US" sz="3100" dirty="0"/>
            </a:br>
            <a:r>
              <a:rPr lang="en-US" dirty="0"/>
              <a:t>GCP (Google Cloud Platform) - </a:t>
            </a:r>
            <a:r>
              <a:rPr lang="en-US" sz="3100" dirty="0"/>
              <a:t>Platform identified for analytics and advertising data integration with EDH (currently)</a:t>
            </a:r>
            <a:br>
              <a:rPr lang="en-US" sz="3100" dirty="0"/>
            </a:br>
            <a:br>
              <a:rPr lang="en-US" dirty="0"/>
            </a:br>
            <a:r>
              <a:rPr lang="en-US" sz="2700" dirty="0"/>
              <a:t>Services used by CRL :</a:t>
            </a:r>
            <a:r>
              <a:rPr lang="en-US" sz="900" dirty="0"/>
              <a:t>:</a:t>
            </a:r>
            <a:r>
              <a:rPr lang="en-US" sz="1800" dirty="0"/>
              <a:t> Google Maps (in use)</a:t>
            </a:r>
            <a:br>
              <a:rPr lang="en-US" sz="1800" dirty="0"/>
            </a:br>
            <a:r>
              <a:rPr lang="en-US" sz="1800" dirty="0"/>
              <a:t>Google Analytics API (requested)</a:t>
            </a:r>
            <a:br>
              <a:rPr lang="en-US" sz="1800" dirty="0"/>
            </a:br>
            <a:r>
              <a:rPr lang="en-US" sz="1800" dirty="0"/>
              <a:t>Google Ads API (requested)</a:t>
            </a:r>
            <a:br>
              <a:rPr lang="en-US" dirty="0"/>
            </a:br>
            <a:br>
              <a:rPr lang="en-US" dirty="0"/>
            </a:br>
            <a:r>
              <a:rPr lang="en-US" sz="2200" b="1" dirty="0"/>
              <a:t>Current Status</a:t>
            </a:r>
            <a:br>
              <a:rPr lang="en-US" sz="2200" dirty="0"/>
            </a:br>
            <a:br>
              <a:rPr lang="en-US" sz="2200" dirty="0"/>
            </a:br>
            <a:r>
              <a:rPr lang="en-US" sz="2200" b="1" dirty="0"/>
              <a:t>GCP Account Approval &amp; Setup – Pending</a:t>
            </a:r>
            <a:br>
              <a:rPr lang="en-US" sz="2200" b="1" dirty="0"/>
            </a:br>
            <a:r>
              <a:rPr lang="en-US" sz="2200" b="1" dirty="0"/>
              <a:t>GCP Billing Setup – Pending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578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1_Office Theme</vt:lpstr>
      <vt:lpstr>              GCP (Google Cloud Platform) - Platform identified for analytics and advertising data integration with EDH (currently)  Services used by CRL :: Google Maps (in use) Google Analytics API (requested) Google Ads API (requested)  Current Status  GCP Account Approval &amp; Setup – Pending GCP Billing Setup – Pending       </vt:lpstr>
    </vt:vector>
  </TitlesOfParts>
  <Company>Charles River Laboratories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Chakraborty, Abhijit</dc:creator>
  <cp:lastModifiedBy>Chakraborty, Abhijit</cp:lastModifiedBy>
  <cp:revision>1</cp:revision>
  <dcterms:created xsi:type="dcterms:W3CDTF">2026-05-12T13:24:01Z</dcterms:created>
  <dcterms:modified xsi:type="dcterms:W3CDTF">2026-05-12T13:24:20Z</dcterms:modified>
</cp:coreProperties>
</file>