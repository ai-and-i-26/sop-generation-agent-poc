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200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Cost /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Cost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Networking · ZERTO · Inspection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2011680"/>
            <a:ext cx="2103120" cy="27432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2148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23774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driven by inspection + resiliency tradeoffs — not misconfiguration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" y="3291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savings: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replicated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(ZERTO)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54680" y="2743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154680" y="822960"/>
            <a:ext cx="1828800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3B5BD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85039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00400" y="1325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ZERTO traffic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10.200.94.x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20640" y="822960"/>
            <a:ext cx="1828800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3B5BD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66360" y="85039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66360" y="1325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Cross-AZ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overhead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86600" y="822960"/>
            <a:ext cx="1828800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3B5BD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85039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32320" y="1325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identified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154680" y="196596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Cost Drivers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54680" y="2377440"/>
            <a:ext cx="5715000" cy="804672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377440"/>
            <a:ext cx="64008" cy="80467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4231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GWLB Cross-AZ Inspection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2697480"/>
            <a:ext cx="54406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SDWAN → TGW → GWLB → Palo Alto firewalls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cross-AZ traffic — expected &amp; required for resiliency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54680" y="3264408"/>
            <a:ext cx="5715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3264408"/>
            <a:ext cx="64008" cy="80467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31012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ZERTO Replication Volume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37560" y="3584448"/>
            <a:ext cx="54406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High-churn workloads: Empower, Chromeleon, eSlideManager, Provantis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traffic driver (~75% of total flow)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54680" y="4151376"/>
            <a:ext cx="5715000" cy="804672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4151376"/>
            <a:ext cx="64008" cy="80467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419709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Extrahop Traffic Mirroring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37560" y="4471416"/>
            <a:ext cx="54406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AZ sensor forces unnecessary cross-AZ routing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mirroring overhead — fixable with AZ2 sensor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54680" y="4965192"/>
            <a:ext cx="5760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DR Cost &amp; Edge Cost Analysis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Opportunities &amp; Recommendations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675120" y="914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Cost Analysis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329184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ZERTO Replication Tuning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7432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801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Oracle TEMP tablespaces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87168" y="1325880"/>
            <a:ext cx="438912" cy="228600"/>
          </a:xfrm>
          <a:prstGeom prst="roundRect">
            <a:avLst>
              <a:gd name="adj" fmla="val 20000"/>
            </a:avLst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1325880"/>
            <a:ext cx="438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4320" y="1709928"/>
            <a:ext cx="2743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5564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SQL TEMP volumes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87168" y="1801368"/>
            <a:ext cx="438912" cy="228600"/>
          </a:xfrm>
          <a:prstGeom prst="roundRect">
            <a:avLst>
              <a:gd name="adj" fmla="val 20000"/>
            </a:avLst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1801368"/>
            <a:ext cx="438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74320" y="2185416"/>
            <a:ext cx="27432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31136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Provantis Citrix churn replication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87168" y="2276856"/>
            <a:ext cx="438912" cy="228600"/>
          </a:xfrm>
          <a:prstGeom prst="roundRect">
            <a:avLst>
              <a:gd name="adj" fmla="val 20000"/>
            </a:avLst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87168" y="2276856"/>
            <a:ext cx="438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74320" y="2660904"/>
            <a:ext cx="2743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706624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VPGs by application component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87168" y="2752344"/>
            <a:ext cx="438912" cy="228600"/>
          </a:xfrm>
          <a:prstGeom prst="roundRect">
            <a:avLst>
              <a:gd name="adj" fmla="val 20000"/>
            </a:avLst>
          </a:prstGeom>
          <a:solidFill>
            <a:srgbClr val="D97706">
              <a:alpha val="8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87168" y="2752344"/>
            <a:ext cx="438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74320" y="3136392"/>
            <a:ext cx="27432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18211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top 5 apps by traffic volume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87168" y="3227832"/>
            <a:ext cx="438912" cy="228600"/>
          </a:xfrm>
          <a:prstGeom prst="roundRect">
            <a:avLst>
              <a:gd name="adj" fmla="val 20000"/>
            </a:avLst>
          </a:prstGeom>
          <a:solidFill>
            <a:srgbClr val="D97706">
              <a:alpha val="8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87168" y="3227832"/>
            <a:ext cx="438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246120" y="822960"/>
            <a:ext cx="274320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8229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Tradeoffs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1234440"/>
            <a:ext cx="2743200" cy="1645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1234440"/>
            <a:ext cx="54864" cy="1645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1568" y="13075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GWLB / Palo Alto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01568" y="16002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Cross-AZ load balancing ensures resiliency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01568" y="195681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Disabling reduces cost but risks traffic loss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01568" y="231343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Option: scale to 4 PAs (cost vs resilience)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46120" y="2971800"/>
            <a:ext cx="2743200" cy="1645920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46120" y="2971800"/>
            <a:ext cx="54864" cy="1645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01568" y="304495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Extrahop Sensor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01568" y="33375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AZ sensor causes unnecessary cross-AZ charges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01568" y="369417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second sensor in AZ2 to optimize routing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01568" y="405079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&amp; low-risk fix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0" y="822960"/>
            <a:ext cx="265176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82296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1234440"/>
            <a:ext cx="2651760" cy="274320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1234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17920" y="1554480"/>
            <a:ext cx="265176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91072" y="1627632"/>
            <a:ext cx="228600" cy="2286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91072" y="16276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565392" y="160934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Extrahop sensor in AZ2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17920" y="1975104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91072" y="2048256"/>
            <a:ext cx="228600" cy="2286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91072" y="204825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565392" y="202996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Zerto traffic drivers per app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17920" y="2395728"/>
            <a:ext cx="265176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91072" y="2468880"/>
            <a:ext cx="228600" cy="2286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91072" y="24688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565392" y="245059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Zerto replication tuning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17920" y="2935224"/>
            <a:ext cx="2651760" cy="274320"/>
          </a:xfrm>
          <a:prstGeom prst="rect">
            <a:avLst/>
          </a:prstGeom>
          <a:solidFill>
            <a:srgbClr val="3B5BDB">
              <a:alpha val="90000"/>
            </a:srgbClr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0" y="29352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217920" y="3255264"/>
            <a:ext cx="265176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91072" y="3328416"/>
            <a:ext cx="228600" cy="22860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91072" y="332841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565392" y="331012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PA scaling vs cross-AZ cost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217920" y="3675888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91072" y="3749040"/>
            <a:ext cx="228600" cy="22860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91072" y="37490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565392" y="37307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application-level tuning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217920" y="4096512"/>
            <a:ext cx="265176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91072" y="4169664"/>
            <a:ext cx="228600" cy="22860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91072" y="416966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565392" y="4151376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cost reductions by workload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DR Cost &amp; Edge Cost Analysis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 Cost &amp; Edge Cost Analysis</dc:title>
  <dc:subject>PptxGenJS Presentation</dc:subject>
  <dc:creator>PptxGenJS</dc:creator>
  <cp:lastModifiedBy>PptxGenJS</cp:lastModifiedBy>
  <cp:revision>1</cp:revision>
  <dcterms:created xsi:type="dcterms:W3CDTF">2026-05-11T14:13:18Z</dcterms:created>
  <dcterms:modified xsi:type="dcterms:W3CDTF">2026-05-11T14:13:18Z</dcterms:modified>
</cp:coreProperties>
</file>