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E3A6E">
              <a:alpha val="40000"/>
            </a:srgbClr>
          </a:solidFill>
          <a:ln w="12700">
            <a:solidFill>
              <a:srgbClr val="1A73E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A73E8">
              <a:alpha val="15000"/>
            </a:srgbClr>
          </a:solidFill>
          <a:ln w="12700">
            <a:solidFill>
              <a:srgbClr val="1A73E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100584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1887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1148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Advertising Data Integration  ·  EDH Platform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46888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" y="24963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" y="28163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37560" y="246888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47288" y="24963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API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47288" y="28163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63640" y="246888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73368" y="24963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API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73368" y="28163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" y="42062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Platform Initiative  ·  Status: Setup Pending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Services &amp; Current Status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223760" y="73152"/>
            <a:ext cx="1645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Platform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SERVICES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64008" cy="109728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54480"/>
            <a:ext cx="530352" cy="530352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2763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88720" y="1691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mapping services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integrated with CRL systems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11880" y="1682496"/>
            <a:ext cx="612648" cy="256032"/>
          </a:xfrm>
          <a:prstGeom prst="roundRect">
            <a:avLst>
              <a:gd name="adj" fmla="val 21429"/>
            </a:avLst>
          </a:prstGeom>
          <a:solidFill>
            <a:srgbClr val="E8F5E9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682496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20040" y="2487168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487168"/>
            <a:ext cx="64008" cy="10972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" y="2761488"/>
            <a:ext cx="530352" cy="530352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834640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25786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API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188720" y="28986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app analytics pipeline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for EDH integration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611880" y="2889504"/>
            <a:ext cx="612648" cy="256032"/>
          </a:xfrm>
          <a:prstGeom prst="roundRect">
            <a:avLst>
              <a:gd name="adj" fmla="val 21429"/>
            </a:avLst>
          </a:prstGeom>
          <a:solidFill>
            <a:srgbClr val="FFF8E1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11880" y="2889504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20040" y="3694176"/>
            <a:ext cx="3977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" y="3694176"/>
            <a:ext cx="64008" cy="109728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0352" y="3968496"/>
            <a:ext cx="530352" cy="530352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041648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88720" y="37856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API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188720" y="41056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data feed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for EDH integration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611880" y="4096512"/>
            <a:ext cx="612648" cy="256032"/>
          </a:xfrm>
          <a:prstGeom prst="roundRect">
            <a:avLst>
              <a:gd name="adj" fmla="val 21429"/>
            </a:avLst>
          </a:prstGeom>
          <a:solidFill>
            <a:srgbClr val="FFF8E1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611880" y="4096512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STATUS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663440" y="1280160"/>
            <a:ext cx="4160520" cy="1280160"/>
          </a:xfrm>
          <a:prstGeom prst="rect">
            <a:avLst/>
          </a:prstGeom>
          <a:solidFill>
            <a:srgbClr val="FDECEA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63440" y="1280160"/>
            <a:ext cx="64008" cy="12801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700784"/>
            <a:ext cx="402336" cy="40233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321808" y="13716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Account Approval &amp; Setup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321808" y="17830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organizational approval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account can be provisioned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589520" y="138988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589520" y="1389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PENDING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4663440" y="2697480"/>
            <a:ext cx="4160520" cy="1280160"/>
          </a:xfrm>
          <a:prstGeom prst="rect">
            <a:avLst/>
          </a:prstGeom>
          <a:solidFill>
            <a:srgbClr val="FDECEA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663440" y="2697480"/>
            <a:ext cx="64008" cy="12801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118104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321808" y="27889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Billing Setup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5321808" y="32004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configuration required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account approval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7589520" y="280720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DECEA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589520" y="2807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PENDING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4663440" y="4160520"/>
            <a:ext cx="4160520" cy="7498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39"/>
          <p:cNvSpPr/>
          <p:nvPr/>
        </p:nvSpPr>
        <p:spPr>
          <a:xfrm>
            <a:off x="4800600" y="4206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4800600" y="4480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GCP account approval  →  Configure billing  →  Enable API access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65760" y="4978908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GCP Platform Overview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GCP Platform Overview</dc:title>
  <dc:subject>PptxGenJS Presentation</dc:subject>
  <dc:creator>PptxGenJS</dc:creator>
  <cp:lastModifiedBy>PptxGenJS</cp:lastModifiedBy>
  <cp:revision>1</cp:revision>
  <dcterms:created xsi:type="dcterms:W3CDTF">2026-05-12T13:37:53Z</dcterms:created>
  <dcterms:modified xsi:type="dcterms:W3CDTF">2026-05-12T13:37:53Z</dcterms:modified>
</cp:coreProperties>
</file>