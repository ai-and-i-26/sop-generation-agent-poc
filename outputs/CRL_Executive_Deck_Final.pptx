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 Cost / Edge Cost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Networking | ZERTO | Inspection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</a:t>
            </a:r>
          </a:p>
          <a:p>
            <a:r>
              <a:t>ZERTO replication drives majority of traffic</a:t>
            </a:r>
          </a:p>
          <a:p>
            <a:r>
              <a:t>~75% flows originate from 10.200.94.x</a:t>
            </a:r>
          </a:p>
          <a:p>
            <a:r>
              <a:t>Primary destination range: 10.220.68.x (mixed workloads)</a:t>
            </a:r>
          </a:p>
          <a:p>
            <a:br/>
            <a:r>
              <a:t>Key Insight</a:t>
            </a:r>
          </a:p>
          <a:p>
            <a:r>
              <a:t>Cost driven by inspection + resiliency tradeoffs, not misconfiguration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Cost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Inspection Path</a:t>
            </a:r>
          </a:p>
          <a:p>
            <a:r>
              <a:t>SDWAN → TGW → GWLB → Palo Alto firewalls</a:t>
            </a:r>
          </a:p>
          <a:p>
            <a:r>
              <a:t>50% cross-AZ inspection due to GWLB behavior</a:t>
            </a:r>
          </a:p>
          <a:p>
            <a:r>
              <a:t>Cross-AZ traffic is expected and required</a:t>
            </a:r>
          </a:p>
          <a:p>
            <a:br/>
            <a:r>
              <a:t>Additional Drivers</a:t>
            </a:r>
          </a:p>
          <a:p>
            <a:r>
              <a:t>Extrahop traffic mirroring</a:t>
            </a:r>
          </a:p>
          <a:p>
            <a:r>
              <a:t>Single AZ sensor causing cross-AZ routing</a:t>
            </a:r>
          </a:p>
          <a:p>
            <a:r>
              <a:t>High replication churn from ZERTO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Zerto Workloads – Destination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Subnet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10.220.68.32/28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10.220.68.48/28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Chromeleon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10.220.68.128/28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eSlideManager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10.220.68.240/28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Provantis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Zerto Optimization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Impact Actions</a:t>
            </a:r>
          </a:p>
          <a:p>
            <a:r>
              <a:t>Exclude Oracle temp tablespaces</a:t>
            </a:r>
          </a:p>
          <a:p>
            <a:r>
              <a:t>Exclude SQL TEMP volumes</a:t>
            </a:r>
          </a:p>
          <a:p>
            <a:r>
              <a:t>Reduce Provantis Citrix churn replication</a:t>
            </a:r>
          </a:p>
          <a:p>
            <a:r>
              <a:t>Restructure VPGs by application component</a:t>
            </a:r>
          </a:p>
          <a:p>
            <a:r>
              <a:t>Target top 5 applications by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GWLB / PA</a:t>
            </a:r>
          </a:p>
          <a:p>
            <a:r>
              <a:t>Cross-AZ load balancing ensures resiliency</a:t>
            </a:r>
          </a:p>
          <a:p>
            <a:r>
              <a:t>Disabling reduces cost but risks traffic loss</a:t>
            </a:r>
          </a:p>
          <a:p>
            <a:r>
              <a:t>Option: scale to 4 PAs (cost vs resilience tradeoff)</a:t>
            </a:r>
          </a:p>
          <a:p>
            <a:br/>
            <a:r>
              <a:t>Extrahop</a:t>
            </a:r>
          </a:p>
          <a:p>
            <a:r>
              <a:t>Single AZ sensor causes unnecessary cross-AZ charges</a:t>
            </a:r>
          </a:p>
          <a:p>
            <a:r>
              <a:t>Add second sensor in AZ2 to optimize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</a:t>
            </a:r>
          </a:p>
          <a:p>
            <a:r>
              <a:t>Add Extrahop sensor in AZ2</a:t>
            </a:r>
          </a:p>
          <a:p>
            <a:r>
              <a:t>Identify top Zerto traffic drivers per application</a:t>
            </a:r>
          </a:p>
          <a:p>
            <a:r>
              <a:t>Begin Zerto replication tuning</a:t>
            </a:r>
          </a:p>
          <a:p>
            <a:br/>
            <a:r>
              <a:t>Strategic</a:t>
            </a:r>
          </a:p>
          <a:p>
            <a:r>
              <a:t>Evaluate PA scaling vs cross-AZ cost</a:t>
            </a:r>
          </a:p>
          <a:p>
            <a:r>
              <a:t>Continue application-level tuning</a:t>
            </a:r>
          </a:p>
          <a:p>
            <a:r>
              <a:t>Track cost reductions by workload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DR Cost / Edge Cost Analysis</vt:lpstr>
      <vt:lpstr>Executive Summary</vt:lpstr>
      <vt:lpstr>Real Cost Drivers</vt:lpstr>
      <vt:lpstr>Zerto Workloads – Destination Mapping</vt:lpstr>
      <vt:lpstr>Zerto Optimization Opportunities</vt:lpstr>
      <vt:lpstr>Platform Tradeoffs</vt:lpstr>
      <vt:lpstr>Recommendations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2026-05-07T15:26:58Z</dcterms:modified>
  <cp:category/>
</cp:coreProperties>
</file>